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</a:rPr>
              <a:t>Validador de CPF</a:t>
            </a:r>
            <a:endParaRPr b="1" sz="3000"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457200" y="1417650"/>
            <a:ext cx="8229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do algoritmo de validação de CPF em Java.</a:t>
            </a:r>
            <a:endParaRPr sz="2500"/>
          </a:p>
        </p:txBody>
      </p:sp>
      <p:sp>
        <p:nvSpPr>
          <p:cNvPr id="86" name="Google Shape;86;p13"/>
          <p:cNvSpPr txBox="1"/>
          <p:nvPr>
            <p:ph type="title"/>
          </p:nvPr>
        </p:nvSpPr>
        <p:spPr>
          <a:xfrm>
            <a:off x="457200" y="1941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</a:rPr>
              <a:t>O que é um CPF?</a:t>
            </a:r>
            <a:endParaRPr b="1" sz="3000"/>
          </a:p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457200" y="2966875"/>
            <a:ext cx="8229600" cy="15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CPF possui 11 dígitos.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dois últimos são chamados de dígitos verificadores.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Eles servem para validar se o CPF é verdadeiro.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</a:rPr>
              <a:t>Passo 1 — Primeiro dígito verificador</a:t>
            </a:r>
            <a:endParaRPr b="1" sz="3000"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457200" y="1600200"/>
            <a:ext cx="8229600" cy="28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 529.982.247-??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Multiplicações:</a:t>
            </a:r>
            <a:r>
              <a:rPr lang="en-US" sz="2500"/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5×10 + 2×9 + 9×8 + 9×7 + 8×6 + 2×5 + 2×4 + 4×3 + 7×2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Soma = 295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295 % 11 = 9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11 - 9 = 2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457200" y="434500"/>
            <a:ext cx="8229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</a:rPr>
              <a:t>Regra do cálculo</a:t>
            </a:r>
            <a:endParaRPr b="1" sz="3000"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457200" y="1600200"/>
            <a:ext cx="8229600" cy="20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o resto da divisão por 11 for menor que 2: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o dígito é 0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 contrário: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o dígito é 11 - resto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457200" y="399275"/>
            <a:ext cx="8229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</a:rPr>
              <a:t>Passo 2 — Segundo dígito verificador</a:t>
            </a:r>
            <a:endParaRPr b="1" sz="3000"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457200" y="1600200"/>
            <a:ext cx="8229600" cy="24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Agora usamos: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529.982.247</a:t>
            </a:r>
            <a:r>
              <a:rPr lang="en-US" sz="2500"/>
              <a:t>-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Multiplicamos pelos pesos de 11 até 2.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Depois aplicamos novamente a regra do módulo 11.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Resultado: 5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</a:rPr>
              <a:t>Resultado Final</a:t>
            </a:r>
            <a:endParaRPr b="1" sz="3000"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457200" y="1600200"/>
            <a:ext cx="8229600" cy="19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CPF calculado: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529.982.247-25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dígitos calculados coincidem com os digitados.</a:t>
            </a:r>
            <a:endParaRPr sz="25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Portanto, o CPF é válido.</a:t>
            </a: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457200" y="622375"/>
            <a:ext cx="82296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</a:rPr>
              <a:t>Conclusão</a:t>
            </a:r>
            <a:endParaRPr b="1" sz="3000"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57200" y="1600200"/>
            <a:ext cx="8229600" cy="25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algoritmo de validação do CPF utiliza: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multiplicações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soma dos valores</a:t>
            </a:r>
            <a:endParaRPr sz="2500"/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operação módulo 11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 ajuda a identificar CPFs inválidos.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